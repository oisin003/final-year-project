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isin Gibson - STUDENT" userId="ed51d723-880b-49b1-825d-dc1bedda07ba" providerId="ADAL" clId="{E4D07E4E-783C-4601-A338-0E4D6EF743E3}"/>
    <pc:docChg chg="custSel addSld modSld addMainMaster delMainMaster">
      <pc:chgData name="Oisin Gibson - STUDENT" userId="ed51d723-880b-49b1-825d-dc1bedda07ba" providerId="ADAL" clId="{E4D07E4E-783C-4601-A338-0E4D6EF743E3}" dt="2026-04-16T22:25:57.578" v="1" actId="680"/>
      <pc:docMkLst>
        <pc:docMk/>
      </pc:docMkLst>
      <pc:sldChg chg="addSp modSp mod setBg modClrScheme chgLayout">
        <pc:chgData name="Oisin Gibson - STUDENT" userId="ed51d723-880b-49b1-825d-dc1bedda07ba" providerId="ADAL" clId="{E4D07E4E-783C-4601-A338-0E4D6EF743E3}" dt="2026-04-16T22:25:51.744" v="0" actId="26606"/>
        <pc:sldMkLst>
          <pc:docMk/>
          <pc:sldMk cId="3678904716" sldId="256"/>
        </pc:sldMkLst>
        <pc:spChg chg="mod">
          <ac:chgData name="Oisin Gibson - STUDENT" userId="ed51d723-880b-49b1-825d-dc1bedda07ba" providerId="ADAL" clId="{E4D07E4E-783C-4601-A338-0E4D6EF743E3}" dt="2026-04-16T22:25:51.744" v="0" actId="26606"/>
          <ac:spMkLst>
            <pc:docMk/>
            <pc:sldMk cId="3678904716" sldId="256"/>
            <ac:spMk id="2" creationId="{DFFDA9D3-CA7C-1526-E6B0-DEEEE0C7FFFB}"/>
          </ac:spMkLst>
        </pc:spChg>
        <pc:spChg chg="mod">
          <ac:chgData name="Oisin Gibson - STUDENT" userId="ed51d723-880b-49b1-825d-dc1bedda07ba" providerId="ADAL" clId="{E4D07E4E-783C-4601-A338-0E4D6EF743E3}" dt="2026-04-16T22:25:51.744" v="0" actId="26606"/>
          <ac:spMkLst>
            <pc:docMk/>
            <pc:sldMk cId="3678904716" sldId="256"/>
            <ac:spMk id="3" creationId="{740EE9ED-AF49-31FE-BBBB-CD2176520184}"/>
          </ac:spMkLst>
        </pc:spChg>
        <pc:spChg chg="add">
          <ac:chgData name="Oisin Gibson - STUDENT" userId="ed51d723-880b-49b1-825d-dc1bedda07ba" providerId="ADAL" clId="{E4D07E4E-783C-4601-A338-0E4D6EF743E3}" dt="2026-04-16T22:25:51.744" v="0" actId="26606"/>
          <ac:spMkLst>
            <pc:docMk/>
            <pc:sldMk cId="3678904716" sldId="256"/>
            <ac:spMk id="9" creationId="{B725BC23-E0DD-4037-B2B8-7B6FA64543FB}"/>
          </ac:spMkLst>
        </pc:spChg>
        <pc:spChg chg="add">
          <ac:chgData name="Oisin Gibson - STUDENT" userId="ed51d723-880b-49b1-825d-dc1bedda07ba" providerId="ADAL" clId="{E4D07E4E-783C-4601-A338-0E4D6EF743E3}" dt="2026-04-16T22:25:51.744" v="0" actId="26606"/>
          <ac:spMkLst>
            <pc:docMk/>
            <pc:sldMk cId="3678904716" sldId="256"/>
            <ac:spMk id="11" creationId="{199EE120-2D35-4A48-BAAE-238F986A13DC}"/>
          </ac:spMkLst>
        </pc:spChg>
        <pc:spChg chg="add">
          <ac:chgData name="Oisin Gibson - STUDENT" userId="ed51d723-880b-49b1-825d-dc1bedda07ba" providerId="ADAL" clId="{E4D07E4E-783C-4601-A338-0E4D6EF743E3}" dt="2026-04-16T22:25:51.744" v="0" actId="26606"/>
          <ac:spMkLst>
            <pc:docMk/>
            <pc:sldMk cId="3678904716" sldId="256"/>
            <ac:spMk id="13" creationId="{552F9EAC-0C70-441C-AC78-65174C285730}"/>
          </ac:spMkLst>
        </pc:spChg>
        <pc:spChg chg="add">
          <ac:chgData name="Oisin Gibson - STUDENT" userId="ed51d723-880b-49b1-825d-dc1bedda07ba" providerId="ADAL" clId="{E4D07E4E-783C-4601-A338-0E4D6EF743E3}" dt="2026-04-16T22:25:51.744" v="0" actId="26606"/>
          <ac:spMkLst>
            <pc:docMk/>
            <pc:sldMk cId="3678904716" sldId="256"/>
            <ac:spMk id="15" creationId="{0D48F6B8-EF56-4340-982E-F4D6F5DC2F57}"/>
          </ac:spMkLst>
        </pc:spChg>
        <pc:spChg chg="add">
          <ac:chgData name="Oisin Gibson - STUDENT" userId="ed51d723-880b-49b1-825d-dc1bedda07ba" providerId="ADAL" clId="{E4D07E4E-783C-4601-A338-0E4D6EF743E3}" dt="2026-04-16T22:25:51.744" v="0" actId="26606"/>
          <ac:spMkLst>
            <pc:docMk/>
            <pc:sldMk cId="3678904716" sldId="256"/>
            <ac:spMk id="17" creationId="{AC596C40-FEA6-4867-853D-CF37DE3B6BF3}"/>
          </ac:spMkLst>
        </pc:spChg>
        <pc:spChg chg="add">
          <ac:chgData name="Oisin Gibson - STUDENT" userId="ed51d723-880b-49b1-825d-dc1bedda07ba" providerId="ADAL" clId="{E4D07E4E-783C-4601-A338-0E4D6EF743E3}" dt="2026-04-16T22:25:51.744" v="0" actId="26606"/>
          <ac:spMkLst>
            <pc:docMk/>
            <pc:sldMk cId="3678904716" sldId="256"/>
            <ac:spMk id="19" creationId="{9DC7C5E2-274E-49A3-A8E0-46A5B8CAC3D4}"/>
          </ac:spMkLst>
        </pc:spChg>
        <pc:spChg chg="add">
          <ac:chgData name="Oisin Gibson - STUDENT" userId="ed51d723-880b-49b1-825d-dc1bedda07ba" providerId="ADAL" clId="{E4D07E4E-783C-4601-A338-0E4D6EF743E3}" dt="2026-04-16T22:25:51.744" v="0" actId="26606"/>
          <ac:spMkLst>
            <pc:docMk/>
            <pc:sldMk cId="3678904716" sldId="256"/>
            <ac:spMk id="21" creationId="{D6CF8D2C-9E01-48EC-8DDF-8A1FF60AED22}"/>
          </ac:spMkLst>
        </pc:spChg>
        <pc:picChg chg="add">
          <ac:chgData name="Oisin Gibson - STUDENT" userId="ed51d723-880b-49b1-825d-dc1bedda07ba" providerId="ADAL" clId="{E4D07E4E-783C-4601-A338-0E4D6EF743E3}" dt="2026-04-16T22:25:51.744" v="0" actId="26606"/>
          <ac:picMkLst>
            <pc:docMk/>
            <pc:sldMk cId="3678904716" sldId="256"/>
            <ac:picMk id="4" creationId="{C05E0F14-BA7D-671C-6E1C-36B1BF9B707A}"/>
          </ac:picMkLst>
        </pc:picChg>
      </pc:sldChg>
      <pc:sldChg chg="new">
        <pc:chgData name="Oisin Gibson - STUDENT" userId="ed51d723-880b-49b1-825d-dc1bedda07ba" providerId="ADAL" clId="{E4D07E4E-783C-4601-A338-0E4D6EF743E3}" dt="2026-04-16T22:25:57.578" v="1" actId="680"/>
        <pc:sldMkLst>
          <pc:docMk/>
          <pc:sldMk cId="622891809" sldId="257"/>
        </pc:sldMkLst>
      </pc:sldChg>
      <pc:sldMasterChg chg="del delSldLayout">
        <pc:chgData name="Oisin Gibson - STUDENT" userId="ed51d723-880b-49b1-825d-dc1bedda07ba" providerId="ADAL" clId="{E4D07E4E-783C-4601-A338-0E4D6EF743E3}" dt="2026-04-16T22:25:51.744" v="0" actId="26606"/>
        <pc:sldMasterMkLst>
          <pc:docMk/>
          <pc:sldMasterMk cId="2006989855" sldId="2147483648"/>
        </pc:sldMasterMkLst>
        <pc:sldLayoutChg chg="del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2006989855" sldId="2147483648"/>
            <pc:sldLayoutMk cId="2396044016" sldId="2147483649"/>
          </pc:sldLayoutMkLst>
        </pc:sldLayoutChg>
        <pc:sldLayoutChg chg="del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2006989855" sldId="2147483648"/>
            <pc:sldLayoutMk cId="3062036094" sldId="2147483650"/>
          </pc:sldLayoutMkLst>
        </pc:sldLayoutChg>
        <pc:sldLayoutChg chg="del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2006989855" sldId="2147483648"/>
            <pc:sldLayoutMk cId="2640297193" sldId="2147483651"/>
          </pc:sldLayoutMkLst>
        </pc:sldLayoutChg>
        <pc:sldLayoutChg chg="del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2006989855" sldId="2147483648"/>
            <pc:sldLayoutMk cId="3586962151" sldId="2147483652"/>
          </pc:sldLayoutMkLst>
        </pc:sldLayoutChg>
        <pc:sldLayoutChg chg="del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2006989855" sldId="2147483648"/>
            <pc:sldLayoutMk cId="2252254440" sldId="2147483653"/>
          </pc:sldLayoutMkLst>
        </pc:sldLayoutChg>
        <pc:sldLayoutChg chg="del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2006989855" sldId="2147483648"/>
            <pc:sldLayoutMk cId="3482746227" sldId="2147483654"/>
          </pc:sldLayoutMkLst>
        </pc:sldLayoutChg>
        <pc:sldLayoutChg chg="del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2006989855" sldId="2147483648"/>
            <pc:sldLayoutMk cId="856380170" sldId="2147483655"/>
          </pc:sldLayoutMkLst>
        </pc:sldLayoutChg>
        <pc:sldLayoutChg chg="del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2006989855" sldId="2147483648"/>
            <pc:sldLayoutMk cId="111409867" sldId="2147483656"/>
          </pc:sldLayoutMkLst>
        </pc:sldLayoutChg>
        <pc:sldLayoutChg chg="del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2006989855" sldId="2147483648"/>
            <pc:sldLayoutMk cId="615232721" sldId="2147483657"/>
          </pc:sldLayoutMkLst>
        </pc:sldLayoutChg>
        <pc:sldLayoutChg chg="del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2006989855" sldId="2147483648"/>
            <pc:sldLayoutMk cId="2953102092" sldId="2147483658"/>
          </pc:sldLayoutMkLst>
        </pc:sldLayoutChg>
        <pc:sldLayoutChg chg="del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2006989855" sldId="2147483648"/>
            <pc:sldLayoutMk cId="399811367" sldId="2147483659"/>
          </pc:sldLayoutMkLst>
        </pc:sldLayoutChg>
      </pc:sldMasterChg>
      <pc:sldMasterChg chg="add addSldLayout">
        <pc:chgData name="Oisin Gibson - STUDENT" userId="ed51d723-880b-49b1-825d-dc1bedda07ba" providerId="ADAL" clId="{E4D07E4E-783C-4601-A338-0E4D6EF743E3}" dt="2026-04-16T22:25:51.744" v="0" actId="26606"/>
        <pc:sldMasterMkLst>
          <pc:docMk/>
          <pc:sldMasterMk cId="1807101918" sldId="2147483712"/>
        </pc:sldMasterMkLst>
        <pc:sldLayoutChg chg="add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1807101918" sldId="2147483712"/>
            <pc:sldLayoutMk cId="250194904" sldId="2147483701"/>
          </pc:sldLayoutMkLst>
        </pc:sldLayoutChg>
        <pc:sldLayoutChg chg="add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1807101918" sldId="2147483712"/>
            <pc:sldLayoutMk cId="772871524" sldId="2147483702"/>
          </pc:sldLayoutMkLst>
        </pc:sldLayoutChg>
        <pc:sldLayoutChg chg="add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1807101918" sldId="2147483712"/>
            <pc:sldLayoutMk cId="1008879507" sldId="2147483703"/>
          </pc:sldLayoutMkLst>
        </pc:sldLayoutChg>
        <pc:sldLayoutChg chg="add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1807101918" sldId="2147483712"/>
            <pc:sldLayoutMk cId="743664934" sldId="2147483704"/>
          </pc:sldLayoutMkLst>
        </pc:sldLayoutChg>
        <pc:sldLayoutChg chg="add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1807101918" sldId="2147483712"/>
            <pc:sldLayoutMk cId="1648119815" sldId="2147483705"/>
          </pc:sldLayoutMkLst>
        </pc:sldLayoutChg>
        <pc:sldLayoutChg chg="add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1807101918" sldId="2147483712"/>
            <pc:sldLayoutMk cId="4234555461" sldId="2147483706"/>
          </pc:sldLayoutMkLst>
        </pc:sldLayoutChg>
        <pc:sldLayoutChg chg="add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1807101918" sldId="2147483712"/>
            <pc:sldLayoutMk cId="3729071997" sldId="2147483707"/>
          </pc:sldLayoutMkLst>
        </pc:sldLayoutChg>
        <pc:sldLayoutChg chg="add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1807101918" sldId="2147483712"/>
            <pc:sldLayoutMk cId="3654067451" sldId="2147483708"/>
          </pc:sldLayoutMkLst>
        </pc:sldLayoutChg>
        <pc:sldLayoutChg chg="add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1807101918" sldId="2147483712"/>
            <pc:sldLayoutMk cId="1488064334" sldId="2147483709"/>
          </pc:sldLayoutMkLst>
        </pc:sldLayoutChg>
        <pc:sldLayoutChg chg="add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1807101918" sldId="2147483712"/>
            <pc:sldLayoutMk cId="2744325335" sldId="2147483710"/>
          </pc:sldLayoutMkLst>
        </pc:sldLayoutChg>
        <pc:sldLayoutChg chg="add">
          <pc:chgData name="Oisin Gibson - STUDENT" userId="ed51d723-880b-49b1-825d-dc1bedda07ba" providerId="ADAL" clId="{E4D07E4E-783C-4601-A338-0E4D6EF743E3}" dt="2026-04-16T22:25:51.744" v="0" actId="26606"/>
          <pc:sldLayoutMkLst>
            <pc:docMk/>
            <pc:sldMasterMk cId="1807101918" sldId="2147483712"/>
            <pc:sldLayoutMk cId="3323713618" sldId="2147483711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D69555-EE48-4B19-812B-4E1068DBF976}"/>
              </a:ext>
            </a:extLst>
          </p:cNvPr>
          <p:cNvSpPr/>
          <p:nvPr/>
        </p:nvSpPr>
        <p:spPr>
          <a:xfrm>
            <a:off x="7573754" y="0"/>
            <a:ext cx="4618246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 57">
            <a:extLst>
              <a:ext uri="{FF2B5EF4-FFF2-40B4-BE49-F238E27FC236}">
                <a16:creationId xmlns:a16="http://schemas.microsoft.com/office/drawing/2014/main" id="{57AEB73D-F521-4B19-820F-12DB6BCC8406}"/>
              </a:ext>
            </a:extLst>
          </p:cNvPr>
          <p:cNvSpPr/>
          <p:nvPr/>
        </p:nvSpPr>
        <p:spPr bwMode="auto">
          <a:xfrm>
            <a:off x="4456113" y="31750"/>
            <a:ext cx="0" cy="1588"/>
          </a:xfrm>
          <a:custGeom>
            <a:avLst/>
            <a:gdLst/>
            <a:ahLst/>
            <a:cxn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30466D"/>
          </a:solidFill>
          <a:ln w="0">
            <a:solidFill>
              <a:srgbClr val="30466D"/>
            </a:solidFill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5388" y="863068"/>
            <a:ext cx="6007691" cy="4985916"/>
          </a:xfrm>
        </p:spPr>
        <p:txBody>
          <a:bodyPr anchor="ctr">
            <a:noAutofit/>
          </a:bodyPr>
          <a:lstStyle>
            <a:lvl1pPr algn="l">
              <a:lnSpc>
                <a:spcPct val="125000"/>
              </a:lnSpc>
              <a:defRPr sz="6000" b="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97352" y="863068"/>
            <a:ext cx="3351729" cy="5120069"/>
          </a:xfrm>
        </p:spPr>
        <p:txBody>
          <a:bodyPr anchor="ctr">
            <a:normAutofit/>
          </a:bodyPr>
          <a:lstStyle>
            <a:lvl1pPr marL="0" indent="0" algn="l">
              <a:lnSpc>
                <a:spcPct val="150000"/>
              </a:lnSpc>
              <a:buNone/>
              <a:defRPr sz="2400" b="0" cap="none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72EEBA-3A5D-41CE-8465-A45A0F65674E}"/>
              </a:ext>
            </a:extLst>
          </p:cNvPr>
          <p:cNvSpPr/>
          <p:nvPr/>
        </p:nvSpPr>
        <p:spPr>
          <a:xfrm rot="5400000">
            <a:off x="410121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79F4CF2F-CDFA-4A37-837C-819D5238EA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97353" y="6309360"/>
            <a:ext cx="2151134" cy="457200"/>
          </a:xfrm>
        </p:spPr>
        <p:txBody>
          <a:bodyPr/>
          <a:lstStyle/>
          <a:p>
            <a:pPr algn="l"/>
            <a:fld id="{0DCFB061-4267-4D9F-8017-6F550D3068DF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FECE62A-61A4-407D-8F0B-D459CD977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55388" y="6309360"/>
            <a:ext cx="6007691" cy="457200"/>
          </a:xfrm>
        </p:spPr>
        <p:txBody>
          <a:bodyPr/>
          <a:lstStyle>
            <a:lvl1pPr algn="r">
              <a:defRPr/>
            </a:lvl1pPr>
          </a:lstStyle>
          <a:p>
            <a:pPr algn="l"/>
            <a:endParaRPr lang="en-US" dirty="0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99FE60A9-FE2A-451F-9244-60FCE7FE9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8064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A4ED5C-5A53-433E-8A55-46F54CE81DA5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43253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FD12B6-57DE-4B63-A723-500B050FB7DD}"/>
              </a:ext>
            </a:extLst>
          </p:cNvPr>
          <p:cNvSpPr/>
          <p:nvPr/>
        </p:nvSpPr>
        <p:spPr>
          <a:xfrm>
            <a:off x="0" y="4215384"/>
            <a:ext cx="12192000" cy="2642616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5316" y="1406284"/>
            <a:ext cx="10593694" cy="2597841"/>
          </a:xfrm>
        </p:spPr>
        <p:txBody>
          <a:bodyPr anchor="b">
            <a:normAutofit/>
          </a:bodyPr>
          <a:lstStyle>
            <a:lvl1pPr algn="ctr">
              <a:lnSpc>
                <a:spcPct val="125000"/>
              </a:lnSpc>
              <a:defRPr sz="44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18312" y="4527856"/>
            <a:ext cx="6559018" cy="1570245"/>
          </a:xfrm>
        </p:spPr>
        <p:txBody>
          <a:bodyPr anchor="t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400" b="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1E2E75-4758-4930-8024-39287C9629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CABC0C-B6DF-45E9-B954-11C99AA62C3E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8B9949-402C-42C2-9A94-16590FC0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39D83F6-DAF4-4876-AA41-F246EC970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613A19-DDA2-44F6-9ED4-F87771C684B8}"/>
              </a:ext>
            </a:extLst>
          </p:cNvPr>
          <p:cNvSpPr/>
          <p:nvPr/>
        </p:nvSpPr>
        <p:spPr>
          <a:xfrm>
            <a:off x="0" y="4215384"/>
            <a:ext cx="1218895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13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376670" y="705114"/>
            <a:ext cx="6172412" cy="2403846"/>
          </a:xfrm>
        </p:spPr>
        <p:txBody>
          <a:bodyPr anchor="b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70" y="3749040"/>
            <a:ext cx="6172411" cy="2346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B71B9-2624-4F21-93EE-35A78B1A0DAD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6B9B5-A5D1-4099-B52B-78F39AB0AFCB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9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67" y="658999"/>
            <a:ext cx="6166422" cy="457200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6668" y="1116199"/>
            <a:ext cx="6166422" cy="20621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376668" y="3623098"/>
            <a:ext cx="6166421" cy="457200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6670" y="4102370"/>
            <a:ext cx="6166419" cy="2066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37C2A-BE2E-4840-A907-3254E2916C96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26B370B-8381-431F-9492-0EA120511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A89085-2231-4A9C-B23C-B199A9DD26C5}"/>
              </a:ext>
            </a:extLst>
          </p:cNvPr>
          <p:cNvSpPr/>
          <p:nvPr/>
        </p:nvSpPr>
        <p:spPr>
          <a:xfrm rot="10800000">
            <a:off x="4693920" y="3396997"/>
            <a:ext cx="7498080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287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D215-1C45-48A0-8534-39FFE8A7C95A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071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F41D3-C6B9-4E99-9321-87C4E2168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63A0F-DEF3-4134-98D0-2E1276938A8B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5BC6EB-07B1-46AF-AC33-E998BC6AA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3A0C1-6562-4819-9E88-4C1378FD5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8879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CA29BA-0143-49FF-8608-DB1623D99537}"/>
              </a:ext>
            </a:extLst>
          </p:cNvPr>
          <p:cNvSpPr/>
          <p:nvPr/>
        </p:nvSpPr>
        <p:spPr>
          <a:xfrm>
            <a:off x="0" y="0"/>
            <a:ext cx="8248592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3015" y="640079"/>
            <a:ext cx="2796066" cy="2551751"/>
          </a:xfrm>
        </p:spPr>
        <p:txBody>
          <a:bodyPr anchor="b">
            <a:normAutofit/>
          </a:bodyPr>
          <a:lstStyle>
            <a:lvl1pPr algn="l">
              <a:lnSpc>
                <a:spcPct val="135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8818" y="640078"/>
            <a:ext cx="6969693" cy="545592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753015" y="3223803"/>
            <a:ext cx="2796066" cy="2872197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010CF18-370D-4E80-AE4C-396FFDFCAE5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C5EBFE9C-5A22-4462-9C51-E00C03F55C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753015" y="6309360"/>
            <a:ext cx="1734207" cy="457200"/>
          </a:xfrm>
        </p:spPr>
        <p:txBody>
          <a:bodyPr/>
          <a:lstStyle>
            <a:lvl1pPr algn="l">
              <a:defRPr/>
            </a:lvl1pPr>
          </a:lstStyle>
          <a:p>
            <a:fld id="{61A2E4C8-2960-4ADD-862C-4D9643CB15AC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EBBFF2E-AA66-4B76-9139-CB000B5A45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8818" y="6309360"/>
            <a:ext cx="6993867" cy="4572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44F64C4-BF20-4F6B-B650-57C71C828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3664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34996" y="640079"/>
            <a:ext cx="2714085" cy="2695903"/>
          </a:xfrm>
        </p:spPr>
        <p:txBody>
          <a:bodyPr anchor="b">
            <a:noAutofit/>
          </a:bodyPr>
          <a:lstStyle>
            <a:lvl1pPr algn="l"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248592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834996" y="3429000"/>
            <a:ext cx="2714085" cy="2508026"/>
          </a:xfrm>
        </p:spPr>
        <p:txBody>
          <a:bodyPr anchor="t">
            <a:normAutofit/>
          </a:bodyPr>
          <a:lstStyle>
            <a:lvl1pPr marL="0" indent="0">
              <a:spcBef>
                <a:spcPts val="1400"/>
              </a:spcBef>
              <a:buNone/>
              <a:defRPr sz="1800" b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0949BC8-9ABF-49F6-851C-5DB0B86CA70D}"/>
              </a:ext>
            </a:extLst>
          </p:cNvPr>
          <p:cNvSpPr/>
          <p:nvPr/>
        </p:nvSpPr>
        <p:spPr>
          <a:xfrm rot="5400000">
            <a:off x="4851595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1EE21-E3FA-4D43-B224-C6649596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834997" y="6309360"/>
            <a:ext cx="1645920" cy="457200"/>
          </a:xfrm>
        </p:spPr>
        <p:txBody>
          <a:bodyPr/>
          <a:lstStyle/>
          <a:p>
            <a:fld id="{48BDEA15-09CD-4275-A8E0-385C965F48B0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2D7F83-8993-4ED4-9F02-663CC085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3678B7-E511-4CE1-BEE5-89E959B9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309360"/>
            <a:ext cx="4946592" cy="457200"/>
          </a:xfr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1198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BC61-5547-4A60-8DA1-6699760D9972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F9944-A4F6-4C59-AEBD-678D6480B8E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555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24B9D1C6-60D0-4CD1-8F31-F912522EB041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06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786F82F-1B47-46ED-8EAE-53EF71E59E9A}"/>
              </a:ext>
            </a:extLst>
          </p:cNvPr>
          <p:cNvSpPr/>
          <p:nvPr/>
        </p:nvSpPr>
        <p:spPr>
          <a:xfrm>
            <a:off x="4718302" y="0"/>
            <a:ext cx="7473698" cy="6858000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2918" y="705113"/>
            <a:ext cx="3411973" cy="5197498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6671" y="705113"/>
            <a:ext cx="6172412" cy="5197497"/>
          </a:xfrm>
          <a:prstGeom prst="rect">
            <a:avLst/>
          </a:prstGeom>
        </p:spPr>
        <p:txBody>
          <a:bodyPr vert="horz" lIns="109728" tIns="109728" rIns="109728" bIns="9144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2917" y="6309360"/>
            <a:ext cx="341197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4AF8082C-0922-4249-A612-B415F5231620}" type="datetime1">
              <a:rPr lang="en-US" smtClean="0"/>
              <a:t>4/16/2026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76670" y="6309360"/>
            <a:ext cx="4946592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2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9202" y="6309360"/>
            <a:ext cx="979879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FAEF9944-A4F6-4C59-AEBD-678D6480B8E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F1BAF6F-6275-4646-9C59-331B29B9550F}"/>
              </a:ext>
            </a:extLst>
          </p:cNvPr>
          <p:cNvSpPr/>
          <p:nvPr/>
        </p:nvSpPr>
        <p:spPr>
          <a:xfrm rot="5400000">
            <a:off x="1257298" y="3396997"/>
            <a:ext cx="6858002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01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01" r:id="rId4"/>
    <p:sldLayoutId id="2147483702" r:id="rId5"/>
    <p:sldLayoutId id="2147483707" r:id="rId6"/>
    <p:sldLayoutId id="2147483703" r:id="rId7"/>
    <p:sldLayoutId id="2147483704" r:id="rId8"/>
    <p:sldLayoutId id="2147483705" r:id="rId9"/>
    <p:sldLayoutId id="2147483706" r:id="rId10"/>
    <p:sldLayoutId id="2147483708" r:id="rId11"/>
  </p:sldLayoutIdLst>
  <p:hf sldNum="0" hdr="0" ftr="0" dt="0"/>
  <p:txStyles>
    <p:titleStyle>
      <a:lvl1pPr algn="l" defTabSz="914400" rtl="0" eaLnBrk="1" latinLnBrk="0" hangingPunct="1">
        <a:lnSpc>
          <a:spcPct val="150000"/>
        </a:lnSpc>
        <a:spcBef>
          <a:spcPct val="0"/>
        </a:spcBef>
        <a:buNone/>
        <a:defRPr sz="36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725BC23-E0DD-4037-B2B8-7B6FA64543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99EE120-2D35-4A48-BAAE-238F986A13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6072" cy="1804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5E0F14-BA7D-671C-6E1C-36B1BF9B70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8" r="26879" b="-2"/>
          <a:stretch>
            <a:fillRect/>
          </a:stretch>
        </p:blipFill>
        <p:spPr>
          <a:xfrm>
            <a:off x="20" y="1804072"/>
            <a:ext cx="4458058" cy="4349801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552F9EAC-0C70-441C-AC78-65174C2857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26076" y="1740090"/>
            <a:ext cx="7765922" cy="442752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FDA9D3-CA7C-1526-E6B0-DEEEE0C7F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82101" y="2146851"/>
            <a:ext cx="6666980" cy="2658269"/>
          </a:xfrm>
        </p:spPr>
        <p:txBody>
          <a:bodyPr anchor="b">
            <a:normAutofit/>
          </a:bodyPr>
          <a:lstStyle/>
          <a:p>
            <a:pPr>
              <a:lnSpc>
                <a:spcPct val="115000"/>
              </a:lnSpc>
            </a:pPr>
            <a:r>
              <a:rPr lang="en-IE" sz="3300"/>
              <a:t>NLP-Driven Financial Document Pre-Review and Anomaly Detection</a:t>
            </a:r>
            <a:br>
              <a:rPr lang="en-IE" sz="3300"/>
            </a:br>
            <a:endParaRPr lang="en-IE" sz="33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EE9ED-AF49-31FE-BBBB-CD21765201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82102" y="4810937"/>
            <a:ext cx="6666980" cy="1172200"/>
          </a:xfrm>
        </p:spPr>
        <p:txBody>
          <a:bodyPr anchor="t">
            <a:normAutofit/>
          </a:bodyPr>
          <a:lstStyle/>
          <a:p>
            <a:r>
              <a:rPr lang="en-IE" dirty="0"/>
              <a:t>L00172671 -Oisin Gibson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D48F6B8-EF56-4340-982E-F4D6F5DC2F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1753806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C596C40-FEA6-4867-853D-CF37DE3B6B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049" y="6167615"/>
            <a:ext cx="12192001" cy="690385"/>
          </a:xfrm>
          <a:prstGeom prst="rect">
            <a:avLst/>
          </a:prstGeom>
          <a:solidFill>
            <a:schemeClr val="bg1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DC7C5E2-274E-49A3-A8E0-46A5B8CAC3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5" y="6109423"/>
            <a:ext cx="12188951" cy="6400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CF8D2C-9E01-48EC-8DDF-8A1FF60AE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94070" y="0"/>
            <a:ext cx="64008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904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EAC6-2143-D307-DDC5-DD8F46675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56FB5B-880D-8254-7297-BBECE16E7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22891809"/>
      </p:ext>
    </p:extLst>
  </p:cSld>
  <p:clrMapOvr>
    <a:masterClrMapping/>
  </p:clrMapOvr>
</p:sld>
</file>

<file path=ppt/theme/theme1.xml><?xml version="1.0" encoding="utf-8"?>
<a:theme xmlns:a="http://schemas.openxmlformats.org/drawingml/2006/main" name="ShojiVTI">
  <a:themeElements>
    <a:clrScheme name="Shoji">
      <a:dk1>
        <a:sysClr val="windowText" lastClr="000000"/>
      </a:dk1>
      <a:lt1>
        <a:sysClr val="window" lastClr="FFFFFF"/>
      </a:lt1>
      <a:dk2>
        <a:srgbClr val="595460"/>
      </a:dk2>
      <a:lt2>
        <a:srgbClr val="EBEDEB"/>
      </a:lt2>
      <a:accent1>
        <a:srgbClr val="97A7B8"/>
      </a:accent1>
      <a:accent2>
        <a:srgbClr val="A5B592"/>
      </a:accent2>
      <a:accent3>
        <a:srgbClr val="CED228"/>
      </a:accent3>
      <a:accent4>
        <a:srgbClr val="D1C499"/>
      </a:accent4>
      <a:accent5>
        <a:srgbClr val="BDB3B6"/>
      </a:accent5>
      <a:accent6>
        <a:srgbClr val="C5A98D"/>
      </a:accent6>
      <a:hlink>
        <a:srgbClr val="CC9900"/>
      </a:hlink>
      <a:folHlink>
        <a:srgbClr val="96A9A9"/>
      </a:folHlink>
    </a:clrScheme>
    <a:fontScheme name="Custom 7">
      <a:majorFont>
        <a:latin typeface="Meiryo"/>
        <a:ea typeface=""/>
        <a:cs typeface=""/>
      </a:majorFont>
      <a:minorFont>
        <a:latin typeface="Meiryo"/>
        <a:ea typeface=""/>
        <a:cs typeface="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jiVTI" id="{00D0DDEB-E771-48E5-9E96-0647434F08B1}" vid="{9D22D596-7FD0-4F89-958C-AD79A09491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Meiryo</vt:lpstr>
      <vt:lpstr>Corbel</vt:lpstr>
      <vt:lpstr>ShojiVTI</vt:lpstr>
      <vt:lpstr>NLP-Driven Financial Document Pre-Review and Anomaly Detection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Oisin Gibson - STUDENT</dc:creator>
  <cp:lastModifiedBy>Oisin Gibson - STUDENT</cp:lastModifiedBy>
  <cp:revision>1</cp:revision>
  <dcterms:created xsi:type="dcterms:W3CDTF">2026-04-16T22:24:13Z</dcterms:created>
  <dcterms:modified xsi:type="dcterms:W3CDTF">2026-04-16T22:26:00Z</dcterms:modified>
</cp:coreProperties>
</file>